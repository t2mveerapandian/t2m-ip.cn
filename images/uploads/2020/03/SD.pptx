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E54BF-9F41-4575-9C69-C9384DC0A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C07B0-9950-4C87-A57E-476A7B374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6918C-62CC-4ABD-AD97-28198BD6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CEFA7-34EC-4AE0-A85B-633D41F33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B7DD8-E63F-404F-8013-A80EDD2C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3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3C72-E586-4D2A-923D-A7F28143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ACDFF-AB37-4AAC-9EAF-1B9363095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26B7-3529-45BE-AA00-031C83AC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04C16-6DA0-429F-9C06-7D7007A3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C8809-2200-45DC-9985-608EC2F7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4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5759-4D8C-4332-98D5-2CAAA94F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F4B4C-EF96-4C14-BA6C-B0D74A2C4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2D6C2-7B2A-49E7-933A-D9E3718B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3B2D6-F521-43F0-91DA-DD617E0E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CB8D7-D23B-4159-84C1-28AB541F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18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8122-958F-4F73-A4ED-752B4796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1FAF-36FF-4940-9096-05AFC3A6C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A229C-9D90-46A6-BF52-41C165B17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59639-F3AC-4B6A-903E-FEADA7CA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77F07-F161-4D4A-8FDF-37C12DD7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BC8A2-72AA-4872-A94D-87E3EDA7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48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0A7F-C7E8-4987-90C2-E1E8AC69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A0AC4-A07B-4BBF-A079-A8B8CB40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ECD2E-A2EE-4022-9018-1BB7FEE15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0604E4-D50E-4D15-B5B8-4261C53BA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BD53A-36D2-4675-88E3-80035EF1E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19102-985C-4CDA-B692-721A6483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69C96-A134-4933-B2E8-622F877A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BE69C-D271-4B22-9127-BD08D0F9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2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7044-6D18-435B-B907-8FEF619F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7DFF-A47C-4272-B2F0-B715B2DB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EC4CE-0FDF-4481-A319-84E90A19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E0E2A-7136-49B8-BDDF-AC65ED3E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9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40BC3-D9F0-4F20-A3EC-6C5CDC81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FEB80-8035-4659-8429-DE248FB40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29763-E13F-4EE2-ACE6-5456CFCA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3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473F-9C8E-4487-AD6F-44AF3FDD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C211D-1BF6-4C86-8297-45F2B577D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5D0F0-54B0-4A25-8826-F6E1786BD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71F36-475A-43BE-9016-03B71C51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A641-4FEA-4395-87C6-8D6186CF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53351-D916-46A6-AD32-8F2AD3DB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16E2-3FCF-45C1-8BAA-49F10120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A05EE4-AF04-4CFC-B5CD-0DF0C600C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D06A7-B36E-4D07-98E6-31149B8CE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1E3E2-FF01-452F-91AB-2C683F68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E80A1-521C-4CE5-AF6B-EE6B2A3F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E4873-9490-40E9-BF4A-7C93FB0F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80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02B8-E798-4895-8260-36920AE3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1D86C-3C73-4853-96F2-24C8861EF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9C4A-3006-4ACC-BA2F-97D5C6D4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77715-F483-4404-AF46-0A82F07FC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3927B-0861-4B5C-994C-AAD46821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5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2751A-0D99-42A5-8160-12C0325BA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6627A-46EB-4C27-81F4-E39BDDA4A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19C40-AF0D-4823-9C55-C8EC29CE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B4780-1912-43F8-B9E0-CF1775FF5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87324-C213-4F9C-8DF1-B2FBC403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48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E9BB1-CBFE-4EF7-9F41-BBEB5295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3BAC8-B494-4F76-B753-1B162AFA3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FC688-3343-4049-9FBE-787199DB3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D8E6D-5864-4DB8-A231-DA904A43B4A1}" type="datetimeFigureOut">
              <a:rPr lang="en-US" smtClean="0"/>
              <a:t>30-Mar-20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DEB33-E9C7-46E2-88DC-18B795CFB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006BC-D631-4EC6-9E9C-24C3155AA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DE48D-4319-4A35-913D-43B6B353B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6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1640E7-DA25-4628-8C16-264B12542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913" y="1771650"/>
            <a:ext cx="6090410" cy="244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11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INCISE</dc:creator>
  <cp:lastModifiedBy>INCISE</cp:lastModifiedBy>
  <cp:revision>1</cp:revision>
  <dcterms:created xsi:type="dcterms:W3CDTF">2020-03-30T05:22:26Z</dcterms:created>
  <dcterms:modified xsi:type="dcterms:W3CDTF">2020-03-30T05:22:45Z</dcterms:modified>
</cp:coreProperties>
</file>